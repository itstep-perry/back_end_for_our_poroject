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Введение: Perry — магазин. Я — Product API и React. Auth/Users — сервисы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Архитектура: React :3000, Product :5272, Auth/Admin Azure, данные в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Vite проксирует same-origin, чтобы не ловить CORS к Azure 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нет в Product DB. Internal Auth для обогащения заказов.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.NET 8. Legacy Web не основной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Миграции PostgreSQL. UserId только из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Стрелки по номерам 1→6 — путь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Тот же JWT, что выдаёт Auth. DEV: Admin/Admin.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SPA, состояние через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SPA: витрина, кабинет, админка.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Гостевая корзина → merge → checkout → заказы.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PG, orders, categories,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 1–2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Заключение 20 сек.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Perry — интернет-магазин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Дипломный проект · защита · ITSTEP-PERRY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8EEF5"/>
                </a:solidFill>
                <a:latin typeface="Calibri"/>
              </a:defRPr>
            </a:pPr>
            <a:r>
              <a:t>• React-витрина + встроенная админка (:3000)</a:t>
            </a:r>
          </a:p>
          <a:p>
            <a:pPr>
              <a:spcAft>
                <a:spcPts val="600"/>
              </a:spcAft>
              <a:defRPr sz="2200">
                <a:solidFill>
                  <a:srgbClr val="E8EEF5"/>
                </a:solidFill>
                <a:latin typeface="Calibri"/>
              </a:defRPr>
            </a:pPr>
            <a:r>
              <a:t>• Product API .NET 8 (:5272) + PostgreSQL</a:t>
            </a:r>
          </a:p>
          <a:p>
            <a:pPr>
              <a:spcAft>
                <a:spcPts val="600"/>
              </a:spcAft>
              <a:defRPr sz="2200">
                <a:solidFill>
                  <a:srgbClr val="E8EEF5"/>
                </a:solidFill>
                <a:latin typeface="Calibri"/>
              </a:defRPr>
            </a:pPr>
            <a:r>
              <a:t>• Auth Service и Admin Service — Azure (команда)</a:t>
            </a:r>
          </a:p>
          <a:p>
            <a:pPr>
              <a:spcAft>
                <a:spcPts val="600"/>
              </a:spcAft>
              <a:defRPr sz="2200">
                <a:solidFill>
                  <a:srgbClr val="E8EEF5"/>
                </a:solidFill>
                <a:latin typeface="Calibri"/>
              </a:defRPr>
            </a:pPr>
            <a:r>
              <a:t>• Схемы: project_defense/ · демо localhost:3000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1. Архитектура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От браузера до базы данных</a:t>
            </a:r>
          </a:p>
        </p:txBody>
      </p:sp>
      <p:pic>
        <p:nvPicPr>
          <p:cNvPr id="4" name="Picture 3" descr="01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50548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Browser — пользователь на :3000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Vite + React — SPA витрины и админки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Auth Service (Azure) — login и JWT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Perry.Api :5272 — каталог, корзина, заказы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Admin Service — пользователи админки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PostgreSQL — Product DB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Пунктир Internal #97 — Product → Auth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2. Маршрутизация 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Vite proxy: куда уходит каждый путь</a:t>
            </a:r>
          </a:p>
        </p:txBody>
      </p:sp>
      <p:pic>
        <p:nvPicPr>
          <p:cNvPr id="4" name="Picture 3" descr="02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274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 → отдаёт React (HTML/JS/CSS)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/api/* → Product API (JSON)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/auth-api/* → Auth Azure (login/me)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/users-api/* → Admin Service (users)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/uploads/* → файлы картинок на Api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Зачем proxy: same-origin, без CORS в dev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Только /api идёт в PostgreSQL через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3. Стык микросервисов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Карточки #94–#97: Auth · Product · Admin</a:t>
            </a:r>
          </a:p>
        </p:txBody>
      </p:sp>
      <p:pic>
        <p:nvPicPr>
          <p:cNvPr id="4" name="Picture 3" descr="13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4867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1. Front логинится в Auth → JWT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2. Front бьёт в Product с Bearer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3. Admin Users — отдельный сервис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Product DB без таблицы Users (#94)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UserId берём из claim sub JWT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4. Internal #97 — Product читает имена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Общий HS256 secret у Auth и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4. Backend: структура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Perry.sln — слои ответственности</a:t>
            </a:r>
          </a:p>
        </p:txBody>
      </p:sp>
      <p:pic>
        <p:nvPicPr>
          <p:cNvPr id="4" name="Picture 3" descr="03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4900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Perry.Api — Controllers, JWT, Swagger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Infrastructure — EF, сервисы, storage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Domain — сущности без зависимости от EF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Api вызывает Infrastructure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Infrastructure использует Domain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Perry.Web — legacy Razor (не основной UI)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Основной клиент — React :3000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5. Слой базы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EF Core + Npgsql → PostgreSQL</a:t>
            </a:r>
          </a:p>
        </p:txBody>
      </p:sp>
      <p:pic>
        <p:nvPicPr>
          <p:cNvPr id="4" name="Picture 3" descr="04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583217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Services — Cart, Order, Product…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AppDbContext + Fluent Configurations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EF Migrations — схема таблиц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PostgreSQL 16 (Docker или Supabase)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Сущности: Product, Order, Cart, Review…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Нет Users — только Guid UserId из JWT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Сидер DbSeeder при старте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6. Пайплайн HTTP-запроса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Один запрос сверху вниз</a:t>
            </a:r>
          </a:p>
        </p:txBody>
      </p:sp>
      <p:pic>
        <p:nvPicPr>
          <p:cNvPr id="4" name="Picture 3" descr="06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2014897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1. CORS — разрешён origin :3000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2. JWT Bearer — проверка подписи HS256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3. Authorize — нужна ли роль Admin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4. Controller → Service (бизнес-логика)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5. EF пишет/читает PostgreSQL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6. JSON-ответ клиенту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401/403 — если токен или роль не ок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7. Три потока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Покупатель · DEV Admin · Internal</a:t>
            </a:r>
          </a:p>
        </p:txBody>
      </p:sp>
      <p:pic>
        <p:nvPicPr>
          <p:cNvPr id="4" name="Picture 3" descr="07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2720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A: login на Auth → JWT → Product проверяет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B: DEV Admin/Admin → /api/dev/admin-login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B только в Development, не для прода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C: Product → /internal/auth/token (#97)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C: затем GET /internal/users/{id}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Issuer Perry.AuthService, Audience Perry.Client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Один SigningSecret у Auth и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8. Frontend: структура src/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React + Vite без Redux</a:t>
            </a:r>
          </a:p>
        </p:txBody>
      </p:sp>
      <p:pic>
        <p:nvPicPr>
          <p:cNvPr id="4" name="Picture 3" descr="08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5032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main/App — провайдеры и роутер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app/ — Auth, Cart, Wishlist Context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pages/ — витрина, auth, account, admin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widgets/ — AppShell, карточки, модалки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api/ — client + facade к бэкендам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Состояние — Context, не Redux/Zustand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Стили: storefront.css / admin.css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9. Маршруты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Три зоны: витрина · auth · admin</a:t>
            </a:r>
          </a:p>
        </p:txBody>
      </p:sp>
      <p:pic>
        <p:nvPicPr>
          <p:cNvPr id="4" name="Picture 3" descr="09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3359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Витрина: /, /products, /cart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/account/* — только после login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Auth: /login, /register, forgot…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Admin: /admin/login + CRUD-экраны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AdminShell пускает только isAdmin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Users-страница бьёт в Admin Service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Остальное Product API через /api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10. Корзина → заказ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Главный пользовательский сценарий</a:t>
            </a:r>
          </a:p>
        </p:txBody>
      </p:sp>
      <p:pic>
        <p:nvPicPr>
          <p:cNvPr id="4" name="Picture 3" descr="12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245711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1. Гостю выдаём sessionId (UUID)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2. Add to cart → POST /api/cart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3. После login — merge корзины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4. Checkout → POST /api/orders/checkout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5. Редирект в /account/orders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Заказ пишется в PostgreSQL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Admin видит заказы + lastUpdateUtc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11. Что сделали в спринте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Ключевые доработки для защиты</a:t>
            </a:r>
          </a:p>
        </p:txBody>
      </p:sp>
      <p:pic>
        <p:nvPicPr>
          <p:cNvPr id="4" name="Picture 3" descr="14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769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051560"/>
            <a:ext cx="4389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B9FD4"/>
                </a:solidFill>
                <a:latin typeface="Calibri"/>
              </a:rPr>
              <a:t>Что на схеме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#A08 — Product API на PostgreSQL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#A09/#A10 — admin orders + last update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Admin Categories — UI под Figma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CI — compose validate + gitleaks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Схемы и речь — project_defense/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Trello #92 — графические слайды</a:t>
            </a:r>
          </a:p>
          <a:p>
            <a:pPr>
              <a:spcAft>
                <a:spcPts val="600"/>
              </a:spcAft>
              <a:defRPr sz="1400">
                <a:solidFill>
                  <a:srgbClr val="E8EEF5"/>
                </a:solidFill>
                <a:latin typeface="Calibri"/>
              </a:defRPr>
            </a:pPr>
            <a:r>
              <a:t>• Код в perry-front и My_Amazon2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12. Демо на защите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localhost:3000 · Swagger :5272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Главная / каталог товаров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Корзина → checkout (или login)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Админка: Admin / Admin → категории / заказы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Swagger: /api/health, /api/products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Честно: SMTP stub; Auth Azure — сервис команды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8EEF5"/>
                </a:solidFill>
                <a:latin typeface="Calibri"/>
              </a:rPr>
              <a:t>Спасибо. Вопросы?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B4C0"/>
                </a:solidFill>
                <a:latin typeface="Calibri"/>
              </a:rPr>
              <a:t>JWT · Internal #97 · PostgreSQL · корзина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Материалы: project_defense/ + DEFENSE_QA.md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Front: ITSTEP-PERRY/perry-front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API: Teslyar75/My_Amazon2 · ITSTEP Back_end</a:t>
            </a:r>
          </a:p>
          <a:p>
            <a:pPr>
              <a:spcAft>
                <a:spcPts val="600"/>
              </a:spcAft>
              <a:defRPr sz="2000">
                <a:solidFill>
                  <a:srgbClr val="E8EEF5"/>
                </a:solidFill>
                <a:latin typeface="Calibri"/>
              </a:defRPr>
            </a:pPr>
            <a:r>
              <a:t>• Trello #92 — слайды по схемам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